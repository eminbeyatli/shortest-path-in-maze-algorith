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" y="9966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2435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scope, and motivation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601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515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30952" y="9966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0952" y="12435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generation, heuristic, explored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6459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459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" y="16824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3272" y="19293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uninformed &amp; informed search methods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6459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6459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7373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30952" y="16824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Properties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0952" y="19293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optimality, complexity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3317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3317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" y="23682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3272" y="26151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structures, memory management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3317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3317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4231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30952" y="23682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30952" y="26151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 &amp; maze snapshots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0175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0175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33272" y="30540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&amp; Analysis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33272" y="33009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and 50×50 benchmark tables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017520"/>
            <a:ext cx="4114800" cy="566928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017520"/>
            <a:ext cx="73152" cy="56692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30952" y="30540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30952" y="33009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algorithm rankings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Properties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guarantees for each search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920240" cy="347472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43000"/>
            <a:ext cx="868680" cy="347472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143000"/>
            <a:ext cx="8686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868680" cy="347472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43000"/>
            <a:ext cx="8686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143000"/>
            <a:ext cx="1508760" cy="347472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143000"/>
            <a:ext cx="1508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143000"/>
            <a:ext cx="1508760" cy="347472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143000"/>
            <a:ext cx="1508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490472"/>
            <a:ext cx="192024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490472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1490472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1490472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490472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490472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69080" y="1490472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1490472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490472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490472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1828800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828800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1828800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1828800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1828800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1828800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69080" y="1828800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1828800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O(b^(1+C*/ε))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1828800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1828800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O(b^(1+C*/ε))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2167128"/>
            <a:ext cx="192024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167128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31720" y="2167128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2167128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2167128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2167128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69080" y="2167128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69080" y="2167128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O(b^m)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2167128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2167128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O(b·m)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2505456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505456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2505456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31720" y="2505456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2505456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2505456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69080" y="2505456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69080" y="2505456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O(b^l)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77840" y="2505456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2505456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O(b·l)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2843784"/>
            <a:ext cx="192024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2843784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Deepening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31720" y="2843784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2843784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0" y="2843784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0" y="2843784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Yes*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069080" y="2843784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69080" y="2843784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77840" y="2843784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0" y="2843784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O(b·d)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" y="3182112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3182112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Search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331720" y="3182112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31720" y="3182112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0" y="3182112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3182112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069080" y="3182112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69080" y="3182112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O(b^m)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77840" y="3182112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3182112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O(b^m)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11480" y="3520440"/>
            <a:ext cx="192024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3520440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331720" y="3520440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31720" y="3520440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200400" y="3520440"/>
            <a:ext cx="86868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0" y="3520440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069080" y="3520440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69080" y="3520440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577840" y="3520440"/>
            <a:ext cx="1508760" cy="338328"/>
          </a:xfrm>
          <a:prstGeom prst="rect">
            <a:avLst/>
          </a:prstGeom>
          <a:solidFill>
            <a:srgbClr val="F4F5F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77840" y="3520440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11480" y="3858768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" y="3858768"/>
            <a:ext cx="1920240" cy="338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A*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331720" y="3858768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31720" y="3858768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200400" y="3858768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0" y="3858768"/>
            <a:ext cx="86868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069080" y="3858768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3858768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5577840" y="3858768"/>
            <a:ext cx="1508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577840" y="3858768"/>
            <a:ext cx="15087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Optimal only for uniform step costs.   b = branching factor, d = depth of shallowest goal, m = max depth, l = depth limit, C* = optimal cost, ε = min step cost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114800" cy="1600200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114800" cy="64008"/>
          </a:xfrm>
          <a:prstGeom prst="rect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70432"/>
            <a:ext cx="411480" cy="411480"/>
          </a:xfrm>
          <a:prstGeom prst="ellipse">
            <a:avLst/>
          </a:prstGeom>
          <a:solidFill>
            <a:srgbClr val="0D2255"/>
          </a:solidFill>
          <a:ln w="12700">
            <a:solidFill>
              <a:srgbClr val="0D22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188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Optimal Algorithm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840480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 delivered the optimal path with the fewest nodes explored — 145 (20×20) and 825 (50×50) — making it the most efficient complete and optimal method across both maze sizes.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600200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14800" cy="64008"/>
          </a:xfrm>
          <a:prstGeom prst="rect">
            <a:avLst/>
          </a:prstGeom>
          <a:solidFill>
            <a:srgbClr val="1B7A34"/>
          </a:solidFill>
          <a:ln w="12700">
            <a:solidFill>
              <a:srgbClr val="1B7A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170432"/>
            <a:ext cx="411480" cy="411480"/>
          </a:xfrm>
          <a:prstGeom prst="ellipse">
            <a:avLst/>
          </a:prstGeom>
          <a:solidFill>
            <a:srgbClr val="1B7A34"/>
          </a:solidFill>
          <a:ln w="12700">
            <a:solidFill>
              <a:srgbClr val="1B7A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21808" y="1188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Heuristic Winner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554480"/>
            <a:ext cx="3840480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Search was the fastest in terms of nodes searched (115 / 715), but sacrifices optimality guarantees. Best suited for speed-critical applications that tolerate sub-optimal paths.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4114800" cy="1600200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743200"/>
            <a:ext cx="411480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" y="2907792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2926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Deepening Bottleneck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291840"/>
            <a:ext cx="3840480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explored 14,702 nodes (20×20) and 439,312 nodes (50×50) due to repeated re-expansion — resulting in ~24.9 seconds on the large maze, over 200× slower than A*.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114800" cy="1600200"/>
          </a:xfrm>
          <a:prstGeom prst="rect">
            <a:avLst/>
          </a:prstGeom>
          <a:solidFill>
            <a:srgbClr val="F4F5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43200"/>
            <a:ext cx="41148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290779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2926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A* Insight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291840"/>
            <a:ext cx="3840480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α parameter allows smooth tuning from UCS (α=0) to Greedy (α=1). At α=0.5 it matched A* node counts while reducing runtime by ~18% on the large maze — a useful practical trade-off.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2026-05-21T18:52:34Z</dcterms:created>
  <dcterms:modified xsi:type="dcterms:W3CDTF">2026-05-21T18:52:34Z</dcterms:modified>
</cp:coreProperties>
</file>